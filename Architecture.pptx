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60" r:id="rId3"/>
    <p:sldId id="261" r:id="rId4"/>
    <p:sldId id="263" r:id="rId5"/>
    <p:sldId id="264" r:id="rId6"/>
    <p:sldId id="265" r:id="rId7"/>
    <p:sldId id="266" r:id="rId8"/>
    <p:sldId id="269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826AEF-5365-415F-8570-333161F3CEB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9537C0-CF90-443B-A974-3EE233E06DAB}">
      <dgm:prSet/>
      <dgm:spPr/>
      <dgm:t>
        <a:bodyPr/>
        <a:lstStyle/>
        <a:p>
          <a:r>
            <a:rPr lang="en-IN"/>
            <a:t>Frontend           –   HTML , CSS , JavaScript</a:t>
          </a:r>
          <a:endParaRPr lang="en-US"/>
        </a:p>
      </dgm:t>
    </dgm:pt>
    <dgm:pt modelId="{6E17CA28-BF4B-48F0-92A8-67514A84C354}" type="parTrans" cxnId="{E1875761-070F-4C91-8571-6788E475E303}">
      <dgm:prSet/>
      <dgm:spPr/>
      <dgm:t>
        <a:bodyPr/>
        <a:lstStyle/>
        <a:p>
          <a:endParaRPr lang="en-US"/>
        </a:p>
      </dgm:t>
    </dgm:pt>
    <dgm:pt modelId="{3FE02728-9C8D-4BB7-8083-B643B140DD0E}" type="sibTrans" cxnId="{E1875761-070F-4C91-8571-6788E475E303}">
      <dgm:prSet/>
      <dgm:spPr/>
      <dgm:t>
        <a:bodyPr/>
        <a:lstStyle/>
        <a:p>
          <a:endParaRPr lang="en-US"/>
        </a:p>
      </dgm:t>
    </dgm:pt>
    <dgm:pt modelId="{BFAADFF5-3C04-4F00-81B4-39AE391C628B}">
      <dgm:prSet/>
      <dgm:spPr/>
      <dgm:t>
        <a:bodyPr/>
        <a:lstStyle/>
        <a:p>
          <a:r>
            <a:rPr lang="en-IN"/>
            <a:t>Backend            –   FastAPI</a:t>
          </a:r>
          <a:endParaRPr lang="en-US"/>
        </a:p>
      </dgm:t>
    </dgm:pt>
    <dgm:pt modelId="{EA267E41-225D-41E4-8A3C-5520D0719B9F}" type="parTrans" cxnId="{FDCCE0F8-37CB-40FA-9482-33B932DEE48A}">
      <dgm:prSet/>
      <dgm:spPr/>
      <dgm:t>
        <a:bodyPr/>
        <a:lstStyle/>
        <a:p>
          <a:endParaRPr lang="en-US"/>
        </a:p>
      </dgm:t>
    </dgm:pt>
    <dgm:pt modelId="{A1002BB7-BB97-4439-8A49-4CEC399B281E}" type="sibTrans" cxnId="{FDCCE0F8-37CB-40FA-9482-33B932DEE48A}">
      <dgm:prSet/>
      <dgm:spPr/>
      <dgm:t>
        <a:bodyPr/>
        <a:lstStyle/>
        <a:p>
          <a:endParaRPr lang="en-US"/>
        </a:p>
      </dgm:t>
    </dgm:pt>
    <dgm:pt modelId="{8598D4F1-8FDD-4BDE-8BE0-16FC0FC79C99}">
      <dgm:prSet/>
      <dgm:spPr/>
      <dgm:t>
        <a:bodyPr/>
        <a:lstStyle/>
        <a:p>
          <a:r>
            <a:rPr lang="en-IN"/>
            <a:t>Database           –  SQLite</a:t>
          </a:r>
          <a:endParaRPr lang="en-US"/>
        </a:p>
      </dgm:t>
    </dgm:pt>
    <dgm:pt modelId="{76495D20-6C6E-4D57-91CD-F960ABFA0BF7}" type="parTrans" cxnId="{6A7E6EB0-FC9A-4498-8450-1CA0D3CB261A}">
      <dgm:prSet/>
      <dgm:spPr/>
      <dgm:t>
        <a:bodyPr/>
        <a:lstStyle/>
        <a:p>
          <a:endParaRPr lang="en-US"/>
        </a:p>
      </dgm:t>
    </dgm:pt>
    <dgm:pt modelId="{9EBAD423-E5B8-4235-9665-E5BF8B203FB0}" type="sibTrans" cxnId="{6A7E6EB0-FC9A-4498-8450-1CA0D3CB261A}">
      <dgm:prSet/>
      <dgm:spPr/>
      <dgm:t>
        <a:bodyPr/>
        <a:lstStyle/>
        <a:p>
          <a:endParaRPr lang="en-US"/>
        </a:p>
      </dgm:t>
    </dgm:pt>
    <dgm:pt modelId="{5139C348-2AC6-4A74-B9F5-E8A8F8C91B47}">
      <dgm:prSet/>
      <dgm:spPr/>
      <dgm:t>
        <a:bodyPr/>
        <a:lstStyle/>
        <a:p>
          <a:r>
            <a:rPr lang="en-IN"/>
            <a:t>ORM                  –   SQLAlchemy</a:t>
          </a:r>
          <a:endParaRPr lang="en-US"/>
        </a:p>
      </dgm:t>
    </dgm:pt>
    <dgm:pt modelId="{92C3A690-3AD2-4761-B105-2B8BDA5D404B}" type="parTrans" cxnId="{45DEFB67-321F-4F2B-9CBA-41875400BA81}">
      <dgm:prSet/>
      <dgm:spPr/>
      <dgm:t>
        <a:bodyPr/>
        <a:lstStyle/>
        <a:p>
          <a:endParaRPr lang="en-US"/>
        </a:p>
      </dgm:t>
    </dgm:pt>
    <dgm:pt modelId="{4DE6A3A9-9E07-4392-82FB-6DE8F3A5DF4F}" type="sibTrans" cxnId="{45DEFB67-321F-4F2B-9CBA-41875400BA81}">
      <dgm:prSet/>
      <dgm:spPr/>
      <dgm:t>
        <a:bodyPr/>
        <a:lstStyle/>
        <a:p>
          <a:endParaRPr lang="en-US"/>
        </a:p>
      </dgm:t>
    </dgm:pt>
    <dgm:pt modelId="{E9F525EA-EA35-4637-9CBC-FBDA659401EB}">
      <dgm:prSet/>
      <dgm:spPr/>
      <dgm:t>
        <a:bodyPr/>
        <a:lstStyle/>
        <a:p>
          <a:r>
            <a:rPr lang="en-IN"/>
            <a:t>LLM                    –   Google Gemini</a:t>
          </a:r>
          <a:endParaRPr lang="en-US"/>
        </a:p>
      </dgm:t>
    </dgm:pt>
    <dgm:pt modelId="{614F57C1-05EC-41D6-AF6C-C527FEF3826D}" type="parTrans" cxnId="{F37994EA-9112-42B1-A54B-95E8147A9AE0}">
      <dgm:prSet/>
      <dgm:spPr/>
      <dgm:t>
        <a:bodyPr/>
        <a:lstStyle/>
        <a:p>
          <a:endParaRPr lang="en-US"/>
        </a:p>
      </dgm:t>
    </dgm:pt>
    <dgm:pt modelId="{A026C769-28B5-4FC7-89AB-00A4090B7243}" type="sibTrans" cxnId="{F37994EA-9112-42B1-A54B-95E8147A9AE0}">
      <dgm:prSet/>
      <dgm:spPr/>
      <dgm:t>
        <a:bodyPr/>
        <a:lstStyle/>
        <a:p>
          <a:endParaRPr lang="en-US"/>
        </a:p>
      </dgm:t>
    </dgm:pt>
    <dgm:pt modelId="{395D1DE6-5102-4297-9EC4-A68B06EF4D6D}">
      <dgm:prSet/>
      <dgm:spPr/>
      <dgm:t>
        <a:bodyPr/>
        <a:lstStyle/>
        <a:p>
          <a:r>
            <a:rPr lang="en-IN"/>
            <a:t>Charts                –   Matplotlib</a:t>
          </a:r>
          <a:endParaRPr lang="en-US"/>
        </a:p>
      </dgm:t>
    </dgm:pt>
    <dgm:pt modelId="{5288D651-77D7-447C-A8F0-5A853F18657D}" type="parTrans" cxnId="{1E8D5CCB-CB53-4192-8CB1-F027B54A6300}">
      <dgm:prSet/>
      <dgm:spPr/>
      <dgm:t>
        <a:bodyPr/>
        <a:lstStyle/>
        <a:p>
          <a:endParaRPr lang="en-US"/>
        </a:p>
      </dgm:t>
    </dgm:pt>
    <dgm:pt modelId="{69B79CAE-4808-4022-8248-0EF2F8680F7D}" type="sibTrans" cxnId="{1E8D5CCB-CB53-4192-8CB1-F027B54A6300}">
      <dgm:prSet/>
      <dgm:spPr/>
      <dgm:t>
        <a:bodyPr/>
        <a:lstStyle/>
        <a:p>
          <a:endParaRPr lang="en-US"/>
        </a:p>
      </dgm:t>
    </dgm:pt>
    <dgm:pt modelId="{9FA8A31C-1F6F-460D-8D16-3B4D9EAD24DE}">
      <dgm:prSet/>
      <dgm:spPr/>
      <dgm:t>
        <a:bodyPr/>
        <a:lstStyle/>
        <a:p>
          <a:r>
            <a:rPr lang="en-IN"/>
            <a:t>Language           –   Python</a:t>
          </a:r>
          <a:endParaRPr lang="en-US"/>
        </a:p>
      </dgm:t>
    </dgm:pt>
    <dgm:pt modelId="{20CD00D9-76C1-485E-A840-F072AFA55201}" type="parTrans" cxnId="{0A99957C-E4E1-4527-AA76-CA5C6749C371}">
      <dgm:prSet/>
      <dgm:spPr/>
      <dgm:t>
        <a:bodyPr/>
        <a:lstStyle/>
        <a:p>
          <a:endParaRPr lang="en-US"/>
        </a:p>
      </dgm:t>
    </dgm:pt>
    <dgm:pt modelId="{514C5C9E-29FE-484A-B47E-C429790FF063}" type="sibTrans" cxnId="{0A99957C-E4E1-4527-AA76-CA5C6749C371}">
      <dgm:prSet/>
      <dgm:spPr/>
      <dgm:t>
        <a:bodyPr/>
        <a:lstStyle/>
        <a:p>
          <a:endParaRPr lang="en-US"/>
        </a:p>
      </dgm:t>
    </dgm:pt>
    <dgm:pt modelId="{67AC3628-026B-408A-9EAF-0329E1E11CAC}">
      <dgm:prSet/>
      <dgm:spPr/>
      <dgm:t>
        <a:bodyPr/>
        <a:lstStyle/>
        <a:p>
          <a:r>
            <a:rPr lang="en-IN"/>
            <a:t>Version Control –   Git &amp; GitHub</a:t>
          </a:r>
          <a:endParaRPr lang="en-US"/>
        </a:p>
      </dgm:t>
    </dgm:pt>
    <dgm:pt modelId="{4CBA44A9-8566-4C0A-B5FD-7C4A17BB244D}" type="parTrans" cxnId="{7E84388C-5D38-4A63-B677-44DF34DF23B2}">
      <dgm:prSet/>
      <dgm:spPr/>
      <dgm:t>
        <a:bodyPr/>
        <a:lstStyle/>
        <a:p>
          <a:endParaRPr lang="en-US"/>
        </a:p>
      </dgm:t>
    </dgm:pt>
    <dgm:pt modelId="{B20F687E-8B79-42C3-85B2-7A7734225EAF}" type="sibTrans" cxnId="{7E84388C-5D38-4A63-B677-44DF34DF23B2}">
      <dgm:prSet/>
      <dgm:spPr/>
      <dgm:t>
        <a:bodyPr/>
        <a:lstStyle/>
        <a:p>
          <a:endParaRPr lang="en-US"/>
        </a:p>
      </dgm:t>
    </dgm:pt>
    <dgm:pt modelId="{484CD469-B080-4CE7-9CE6-B43787CAEA3D}" type="pres">
      <dgm:prSet presAssocID="{F5826AEF-5365-415F-8570-333161F3CEB7}" presName="linear" presStyleCnt="0">
        <dgm:presLayoutVars>
          <dgm:animLvl val="lvl"/>
          <dgm:resizeHandles val="exact"/>
        </dgm:presLayoutVars>
      </dgm:prSet>
      <dgm:spPr/>
    </dgm:pt>
    <dgm:pt modelId="{208EA670-2745-4689-8C38-D766DC63CEED}" type="pres">
      <dgm:prSet presAssocID="{9B9537C0-CF90-443B-A974-3EE233E06DA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0B7DA936-D1B3-4978-A4FE-6F8933BA6735}" type="pres">
      <dgm:prSet presAssocID="{3FE02728-9C8D-4BB7-8083-B643B140DD0E}" presName="spacer" presStyleCnt="0"/>
      <dgm:spPr/>
    </dgm:pt>
    <dgm:pt modelId="{AA8B8243-35B9-4D1D-9A4B-364F1EFFEA75}" type="pres">
      <dgm:prSet presAssocID="{BFAADFF5-3C04-4F00-81B4-39AE391C628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0E26AB6-4D0D-4AEB-930E-85ECB61988F6}" type="pres">
      <dgm:prSet presAssocID="{A1002BB7-BB97-4439-8A49-4CEC399B281E}" presName="spacer" presStyleCnt="0"/>
      <dgm:spPr/>
    </dgm:pt>
    <dgm:pt modelId="{34FDAFA9-8FEE-470B-A4D4-9C9E12BB2485}" type="pres">
      <dgm:prSet presAssocID="{8598D4F1-8FDD-4BDE-8BE0-16FC0FC79C99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6ECB5273-881F-4AED-BC03-734306314D08}" type="pres">
      <dgm:prSet presAssocID="{9EBAD423-E5B8-4235-9665-E5BF8B203FB0}" presName="spacer" presStyleCnt="0"/>
      <dgm:spPr/>
    </dgm:pt>
    <dgm:pt modelId="{99B8F186-D167-4DF3-84C1-DEDA3049D177}" type="pres">
      <dgm:prSet presAssocID="{5139C348-2AC6-4A74-B9F5-E8A8F8C91B4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5B31849-521F-4FDB-86A8-8BA55876CDAE}" type="pres">
      <dgm:prSet presAssocID="{4DE6A3A9-9E07-4392-82FB-6DE8F3A5DF4F}" presName="spacer" presStyleCnt="0"/>
      <dgm:spPr/>
    </dgm:pt>
    <dgm:pt modelId="{F7201C80-AFC3-4D83-8C2C-B16E92C3F981}" type="pres">
      <dgm:prSet presAssocID="{E9F525EA-EA35-4637-9CBC-FBDA659401E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7A0671C2-A46B-4E9C-A353-38B1FE15FB03}" type="pres">
      <dgm:prSet presAssocID="{A026C769-28B5-4FC7-89AB-00A4090B7243}" presName="spacer" presStyleCnt="0"/>
      <dgm:spPr/>
    </dgm:pt>
    <dgm:pt modelId="{206AB9E4-5589-48E9-8AEC-F3257B6393D8}" type="pres">
      <dgm:prSet presAssocID="{395D1DE6-5102-4297-9EC4-A68B06EF4D6D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DFCF627A-7A78-4C9A-9F43-9292DD99CE0B}" type="pres">
      <dgm:prSet presAssocID="{69B79CAE-4808-4022-8248-0EF2F8680F7D}" presName="spacer" presStyleCnt="0"/>
      <dgm:spPr/>
    </dgm:pt>
    <dgm:pt modelId="{F32873A6-A8DD-406B-8621-AB94CE036887}" type="pres">
      <dgm:prSet presAssocID="{9FA8A31C-1F6F-460D-8D16-3B4D9EAD24D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F8E714E-3A23-4417-9782-9BA024F6529D}" type="pres">
      <dgm:prSet presAssocID="{514C5C9E-29FE-484A-B47E-C429790FF063}" presName="spacer" presStyleCnt="0"/>
      <dgm:spPr/>
    </dgm:pt>
    <dgm:pt modelId="{9EFCEFD7-9D48-42A7-80C8-094C34E00FD5}" type="pres">
      <dgm:prSet presAssocID="{67AC3628-026B-408A-9EAF-0329E1E11CAC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4D9B406-A813-460B-9D0A-8D613C79AEA4}" type="presOf" srcId="{BFAADFF5-3C04-4F00-81B4-39AE391C628B}" destId="{AA8B8243-35B9-4D1D-9A4B-364F1EFFEA75}" srcOrd="0" destOrd="0" presId="urn:microsoft.com/office/officeart/2005/8/layout/vList2"/>
    <dgm:cxn modelId="{E1875761-070F-4C91-8571-6788E475E303}" srcId="{F5826AEF-5365-415F-8570-333161F3CEB7}" destId="{9B9537C0-CF90-443B-A974-3EE233E06DAB}" srcOrd="0" destOrd="0" parTransId="{6E17CA28-BF4B-48F0-92A8-67514A84C354}" sibTransId="{3FE02728-9C8D-4BB7-8083-B643B140DD0E}"/>
    <dgm:cxn modelId="{94E2E863-1F27-40AF-8500-016AC3AF991A}" type="presOf" srcId="{67AC3628-026B-408A-9EAF-0329E1E11CAC}" destId="{9EFCEFD7-9D48-42A7-80C8-094C34E00FD5}" srcOrd="0" destOrd="0" presId="urn:microsoft.com/office/officeart/2005/8/layout/vList2"/>
    <dgm:cxn modelId="{45DEFB67-321F-4F2B-9CBA-41875400BA81}" srcId="{F5826AEF-5365-415F-8570-333161F3CEB7}" destId="{5139C348-2AC6-4A74-B9F5-E8A8F8C91B47}" srcOrd="3" destOrd="0" parTransId="{92C3A690-3AD2-4761-B105-2B8BDA5D404B}" sibTransId="{4DE6A3A9-9E07-4392-82FB-6DE8F3A5DF4F}"/>
    <dgm:cxn modelId="{DAF4156E-A688-40BF-A7DB-F4AB27E531EB}" type="presOf" srcId="{5139C348-2AC6-4A74-B9F5-E8A8F8C91B47}" destId="{99B8F186-D167-4DF3-84C1-DEDA3049D177}" srcOrd="0" destOrd="0" presId="urn:microsoft.com/office/officeart/2005/8/layout/vList2"/>
    <dgm:cxn modelId="{0A99957C-E4E1-4527-AA76-CA5C6749C371}" srcId="{F5826AEF-5365-415F-8570-333161F3CEB7}" destId="{9FA8A31C-1F6F-460D-8D16-3B4D9EAD24DE}" srcOrd="6" destOrd="0" parTransId="{20CD00D9-76C1-485E-A840-F072AFA55201}" sibTransId="{514C5C9E-29FE-484A-B47E-C429790FF063}"/>
    <dgm:cxn modelId="{0DA2237F-EC64-4690-81EF-B7271F4B1B6F}" type="presOf" srcId="{9FA8A31C-1F6F-460D-8D16-3B4D9EAD24DE}" destId="{F32873A6-A8DD-406B-8621-AB94CE036887}" srcOrd="0" destOrd="0" presId="urn:microsoft.com/office/officeart/2005/8/layout/vList2"/>
    <dgm:cxn modelId="{7E84388C-5D38-4A63-B677-44DF34DF23B2}" srcId="{F5826AEF-5365-415F-8570-333161F3CEB7}" destId="{67AC3628-026B-408A-9EAF-0329E1E11CAC}" srcOrd="7" destOrd="0" parTransId="{4CBA44A9-8566-4C0A-B5FD-7C4A17BB244D}" sibTransId="{B20F687E-8B79-42C3-85B2-7A7734225EAF}"/>
    <dgm:cxn modelId="{501E8B97-E1E6-4E1B-B0FC-B12D7449D1C6}" type="presOf" srcId="{9B9537C0-CF90-443B-A974-3EE233E06DAB}" destId="{208EA670-2745-4689-8C38-D766DC63CEED}" srcOrd="0" destOrd="0" presId="urn:microsoft.com/office/officeart/2005/8/layout/vList2"/>
    <dgm:cxn modelId="{594EAE9C-513B-4A35-B5E0-F9EB4C14503D}" type="presOf" srcId="{8598D4F1-8FDD-4BDE-8BE0-16FC0FC79C99}" destId="{34FDAFA9-8FEE-470B-A4D4-9C9E12BB2485}" srcOrd="0" destOrd="0" presId="urn:microsoft.com/office/officeart/2005/8/layout/vList2"/>
    <dgm:cxn modelId="{AC976DA5-2C1A-4A5D-A09F-E6EC636BC465}" type="presOf" srcId="{F5826AEF-5365-415F-8570-333161F3CEB7}" destId="{484CD469-B080-4CE7-9CE6-B43787CAEA3D}" srcOrd="0" destOrd="0" presId="urn:microsoft.com/office/officeart/2005/8/layout/vList2"/>
    <dgm:cxn modelId="{DEC57BAD-46F9-4B8D-B13E-926B7ED8C794}" type="presOf" srcId="{E9F525EA-EA35-4637-9CBC-FBDA659401EB}" destId="{F7201C80-AFC3-4D83-8C2C-B16E92C3F981}" srcOrd="0" destOrd="0" presId="urn:microsoft.com/office/officeart/2005/8/layout/vList2"/>
    <dgm:cxn modelId="{6A7E6EB0-FC9A-4498-8450-1CA0D3CB261A}" srcId="{F5826AEF-5365-415F-8570-333161F3CEB7}" destId="{8598D4F1-8FDD-4BDE-8BE0-16FC0FC79C99}" srcOrd="2" destOrd="0" parTransId="{76495D20-6C6E-4D57-91CD-F960ABFA0BF7}" sibTransId="{9EBAD423-E5B8-4235-9665-E5BF8B203FB0}"/>
    <dgm:cxn modelId="{1E8D5CCB-CB53-4192-8CB1-F027B54A6300}" srcId="{F5826AEF-5365-415F-8570-333161F3CEB7}" destId="{395D1DE6-5102-4297-9EC4-A68B06EF4D6D}" srcOrd="5" destOrd="0" parTransId="{5288D651-77D7-447C-A8F0-5A853F18657D}" sibTransId="{69B79CAE-4808-4022-8248-0EF2F8680F7D}"/>
    <dgm:cxn modelId="{549034E8-162D-402E-B016-86F189FEE8C6}" type="presOf" srcId="{395D1DE6-5102-4297-9EC4-A68B06EF4D6D}" destId="{206AB9E4-5589-48E9-8AEC-F3257B6393D8}" srcOrd="0" destOrd="0" presId="urn:microsoft.com/office/officeart/2005/8/layout/vList2"/>
    <dgm:cxn modelId="{F37994EA-9112-42B1-A54B-95E8147A9AE0}" srcId="{F5826AEF-5365-415F-8570-333161F3CEB7}" destId="{E9F525EA-EA35-4637-9CBC-FBDA659401EB}" srcOrd="4" destOrd="0" parTransId="{614F57C1-05EC-41D6-AF6C-C527FEF3826D}" sibTransId="{A026C769-28B5-4FC7-89AB-00A4090B7243}"/>
    <dgm:cxn modelId="{FDCCE0F8-37CB-40FA-9482-33B932DEE48A}" srcId="{F5826AEF-5365-415F-8570-333161F3CEB7}" destId="{BFAADFF5-3C04-4F00-81B4-39AE391C628B}" srcOrd="1" destOrd="0" parTransId="{EA267E41-225D-41E4-8A3C-5520D0719B9F}" sibTransId="{A1002BB7-BB97-4439-8A49-4CEC399B281E}"/>
    <dgm:cxn modelId="{B0F082EC-3DC6-421D-A2FD-99B3C23034FA}" type="presParOf" srcId="{484CD469-B080-4CE7-9CE6-B43787CAEA3D}" destId="{208EA670-2745-4689-8C38-D766DC63CEED}" srcOrd="0" destOrd="0" presId="urn:microsoft.com/office/officeart/2005/8/layout/vList2"/>
    <dgm:cxn modelId="{AEFCF025-801F-4E07-9C6D-320C3477C3AD}" type="presParOf" srcId="{484CD469-B080-4CE7-9CE6-B43787CAEA3D}" destId="{0B7DA936-D1B3-4978-A4FE-6F8933BA6735}" srcOrd="1" destOrd="0" presId="urn:microsoft.com/office/officeart/2005/8/layout/vList2"/>
    <dgm:cxn modelId="{5ADE445E-6F45-4480-AEE8-43BEE515F5F7}" type="presParOf" srcId="{484CD469-B080-4CE7-9CE6-B43787CAEA3D}" destId="{AA8B8243-35B9-4D1D-9A4B-364F1EFFEA75}" srcOrd="2" destOrd="0" presId="urn:microsoft.com/office/officeart/2005/8/layout/vList2"/>
    <dgm:cxn modelId="{708EB1ED-D2E8-4D9B-88C1-57D2A7111CE7}" type="presParOf" srcId="{484CD469-B080-4CE7-9CE6-B43787CAEA3D}" destId="{10E26AB6-4D0D-4AEB-930E-85ECB61988F6}" srcOrd="3" destOrd="0" presId="urn:microsoft.com/office/officeart/2005/8/layout/vList2"/>
    <dgm:cxn modelId="{FD84B52E-AF50-4109-9D30-425D65702626}" type="presParOf" srcId="{484CD469-B080-4CE7-9CE6-B43787CAEA3D}" destId="{34FDAFA9-8FEE-470B-A4D4-9C9E12BB2485}" srcOrd="4" destOrd="0" presId="urn:microsoft.com/office/officeart/2005/8/layout/vList2"/>
    <dgm:cxn modelId="{0E837AE1-7EEC-4B21-A270-7F1C99564088}" type="presParOf" srcId="{484CD469-B080-4CE7-9CE6-B43787CAEA3D}" destId="{6ECB5273-881F-4AED-BC03-734306314D08}" srcOrd="5" destOrd="0" presId="urn:microsoft.com/office/officeart/2005/8/layout/vList2"/>
    <dgm:cxn modelId="{DC0CC726-2558-4510-9602-86ACC91339DB}" type="presParOf" srcId="{484CD469-B080-4CE7-9CE6-B43787CAEA3D}" destId="{99B8F186-D167-4DF3-84C1-DEDA3049D177}" srcOrd="6" destOrd="0" presId="urn:microsoft.com/office/officeart/2005/8/layout/vList2"/>
    <dgm:cxn modelId="{240C476C-64F7-4105-9FC1-5703EC73B92A}" type="presParOf" srcId="{484CD469-B080-4CE7-9CE6-B43787CAEA3D}" destId="{55B31849-521F-4FDB-86A8-8BA55876CDAE}" srcOrd="7" destOrd="0" presId="urn:microsoft.com/office/officeart/2005/8/layout/vList2"/>
    <dgm:cxn modelId="{425D617F-CF88-4CEC-9EB1-D4CAC5CE927C}" type="presParOf" srcId="{484CD469-B080-4CE7-9CE6-B43787CAEA3D}" destId="{F7201C80-AFC3-4D83-8C2C-B16E92C3F981}" srcOrd="8" destOrd="0" presId="urn:microsoft.com/office/officeart/2005/8/layout/vList2"/>
    <dgm:cxn modelId="{45DE8EDA-C92F-4A52-A537-A2F3375E7363}" type="presParOf" srcId="{484CD469-B080-4CE7-9CE6-B43787CAEA3D}" destId="{7A0671C2-A46B-4E9C-A353-38B1FE15FB03}" srcOrd="9" destOrd="0" presId="urn:microsoft.com/office/officeart/2005/8/layout/vList2"/>
    <dgm:cxn modelId="{A6AD0244-7000-4DD1-813D-A4F5AB90FBFA}" type="presParOf" srcId="{484CD469-B080-4CE7-9CE6-B43787CAEA3D}" destId="{206AB9E4-5589-48E9-8AEC-F3257B6393D8}" srcOrd="10" destOrd="0" presId="urn:microsoft.com/office/officeart/2005/8/layout/vList2"/>
    <dgm:cxn modelId="{C9E0E58C-AFE8-482D-AB78-66FF990142F5}" type="presParOf" srcId="{484CD469-B080-4CE7-9CE6-B43787CAEA3D}" destId="{DFCF627A-7A78-4C9A-9F43-9292DD99CE0B}" srcOrd="11" destOrd="0" presId="urn:microsoft.com/office/officeart/2005/8/layout/vList2"/>
    <dgm:cxn modelId="{10232604-6BFB-49C9-97CF-6D14DACC4111}" type="presParOf" srcId="{484CD469-B080-4CE7-9CE6-B43787CAEA3D}" destId="{F32873A6-A8DD-406B-8621-AB94CE036887}" srcOrd="12" destOrd="0" presId="urn:microsoft.com/office/officeart/2005/8/layout/vList2"/>
    <dgm:cxn modelId="{EE9020F7-78A9-4AE6-B7D7-CEDA385E462E}" type="presParOf" srcId="{484CD469-B080-4CE7-9CE6-B43787CAEA3D}" destId="{BF8E714E-3A23-4417-9782-9BA024F6529D}" srcOrd="13" destOrd="0" presId="urn:microsoft.com/office/officeart/2005/8/layout/vList2"/>
    <dgm:cxn modelId="{DB598592-1A9E-4D04-82F0-9407F8776BAE}" type="presParOf" srcId="{484CD469-B080-4CE7-9CE6-B43787CAEA3D}" destId="{9EFCEFD7-9D48-42A7-80C8-094C34E00FD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EA670-2745-4689-8C38-D766DC63CEED}">
      <dsp:nvSpPr>
        <dsp:cNvPr id="0" name=""/>
        <dsp:cNvSpPr/>
      </dsp:nvSpPr>
      <dsp:spPr>
        <a:xfrm>
          <a:off x="0" y="76459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Frontend           –   HTML , CSS , JavaScript</a:t>
          </a:r>
          <a:endParaRPr lang="en-US" sz="2500" kern="1200"/>
        </a:p>
      </dsp:txBody>
      <dsp:txXfrm>
        <a:off x="29271" y="105730"/>
        <a:ext cx="6608291" cy="541083"/>
      </dsp:txXfrm>
    </dsp:sp>
    <dsp:sp modelId="{AA8B8243-35B9-4D1D-9A4B-364F1EFFEA75}">
      <dsp:nvSpPr>
        <dsp:cNvPr id="0" name=""/>
        <dsp:cNvSpPr/>
      </dsp:nvSpPr>
      <dsp:spPr>
        <a:xfrm>
          <a:off x="0" y="748084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965506"/>
                <a:satOff val="-2488"/>
                <a:lumOff val="-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65506"/>
                <a:satOff val="-2488"/>
                <a:lumOff val="-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65506"/>
                <a:satOff val="-2488"/>
                <a:lumOff val="-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Backend            –   FastAPI</a:t>
          </a:r>
          <a:endParaRPr lang="en-US" sz="2500" kern="1200"/>
        </a:p>
      </dsp:txBody>
      <dsp:txXfrm>
        <a:off x="29271" y="777355"/>
        <a:ext cx="6608291" cy="541083"/>
      </dsp:txXfrm>
    </dsp:sp>
    <dsp:sp modelId="{34FDAFA9-8FEE-470B-A4D4-9C9E12BB2485}">
      <dsp:nvSpPr>
        <dsp:cNvPr id="0" name=""/>
        <dsp:cNvSpPr/>
      </dsp:nvSpPr>
      <dsp:spPr>
        <a:xfrm>
          <a:off x="0" y="1419709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1931012"/>
                <a:satOff val="-4977"/>
                <a:lumOff val="-33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931012"/>
                <a:satOff val="-4977"/>
                <a:lumOff val="-33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931012"/>
                <a:satOff val="-4977"/>
                <a:lumOff val="-33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Database           –  SQLite</a:t>
          </a:r>
          <a:endParaRPr lang="en-US" sz="2500" kern="1200"/>
        </a:p>
      </dsp:txBody>
      <dsp:txXfrm>
        <a:off x="29271" y="1448980"/>
        <a:ext cx="6608291" cy="541083"/>
      </dsp:txXfrm>
    </dsp:sp>
    <dsp:sp modelId="{99B8F186-D167-4DF3-84C1-DEDA3049D177}">
      <dsp:nvSpPr>
        <dsp:cNvPr id="0" name=""/>
        <dsp:cNvSpPr/>
      </dsp:nvSpPr>
      <dsp:spPr>
        <a:xfrm>
          <a:off x="0" y="2091335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2896518"/>
                <a:satOff val="-7465"/>
                <a:lumOff val="-50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896518"/>
                <a:satOff val="-7465"/>
                <a:lumOff val="-50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896518"/>
                <a:satOff val="-7465"/>
                <a:lumOff val="-50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ORM                  –   SQLAlchemy</a:t>
          </a:r>
          <a:endParaRPr lang="en-US" sz="2500" kern="1200"/>
        </a:p>
      </dsp:txBody>
      <dsp:txXfrm>
        <a:off x="29271" y="2120606"/>
        <a:ext cx="6608291" cy="541083"/>
      </dsp:txXfrm>
    </dsp:sp>
    <dsp:sp modelId="{F7201C80-AFC3-4D83-8C2C-B16E92C3F981}">
      <dsp:nvSpPr>
        <dsp:cNvPr id="0" name=""/>
        <dsp:cNvSpPr/>
      </dsp:nvSpPr>
      <dsp:spPr>
        <a:xfrm>
          <a:off x="0" y="2762960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3862025"/>
                <a:satOff val="-9954"/>
                <a:lumOff val="-672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862025"/>
                <a:satOff val="-9954"/>
                <a:lumOff val="-672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862025"/>
                <a:satOff val="-9954"/>
                <a:lumOff val="-672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LLM                    –   Google Gemini</a:t>
          </a:r>
          <a:endParaRPr lang="en-US" sz="2500" kern="1200"/>
        </a:p>
      </dsp:txBody>
      <dsp:txXfrm>
        <a:off x="29271" y="2792231"/>
        <a:ext cx="6608291" cy="541083"/>
      </dsp:txXfrm>
    </dsp:sp>
    <dsp:sp modelId="{206AB9E4-5589-48E9-8AEC-F3257B6393D8}">
      <dsp:nvSpPr>
        <dsp:cNvPr id="0" name=""/>
        <dsp:cNvSpPr/>
      </dsp:nvSpPr>
      <dsp:spPr>
        <a:xfrm>
          <a:off x="0" y="3434585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4827531"/>
                <a:satOff val="-12442"/>
                <a:lumOff val="-84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27531"/>
                <a:satOff val="-12442"/>
                <a:lumOff val="-84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27531"/>
                <a:satOff val="-12442"/>
                <a:lumOff val="-84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Charts                –   Matplotlib</a:t>
          </a:r>
          <a:endParaRPr lang="en-US" sz="2500" kern="1200"/>
        </a:p>
      </dsp:txBody>
      <dsp:txXfrm>
        <a:off x="29271" y="3463856"/>
        <a:ext cx="6608291" cy="541083"/>
      </dsp:txXfrm>
    </dsp:sp>
    <dsp:sp modelId="{F32873A6-A8DD-406B-8621-AB94CE036887}">
      <dsp:nvSpPr>
        <dsp:cNvPr id="0" name=""/>
        <dsp:cNvSpPr/>
      </dsp:nvSpPr>
      <dsp:spPr>
        <a:xfrm>
          <a:off x="0" y="4106210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5793037"/>
                <a:satOff val="-14931"/>
                <a:lumOff val="-100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793037"/>
                <a:satOff val="-14931"/>
                <a:lumOff val="-100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793037"/>
                <a:satOff val="-14931"/>
                <a:lumOff val="-100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Language           –   Python</a:t>
          </a:r>
          <a:endParaRPr lang="en-US" sz="2500" kern="1200"/>
        </a:p>
      </dsp:txBody>
      <dsp:txXfrm>
        <a:off x="29271" y="4135481"/>
        <a:ext cx="6608291" cy="541083"/>
      </dsp:txXfrm>
    </dsp:sp>
    <dsp:sp modelId="{9EFCEFD7-9D48-42A7-80C8-094C34E00FD5}">
      <dsp:nvSpPr>
        <dsp:cNvPr id="0" name=""/>
        <dsp:cNvSpPr/>
      </dsp:nvSpPr>
      <dsp:spPr>
        <a:xfrm>
          <a:off x="0" y="4777834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Version Control –   Git &amp; GitHub</a:t>
          </a:r>
          <a:endParaRPr lang="en-US" sz="2500" kern="1200"/>
        </a:p>
      </dsp:txBody>
      <dsp:txXfrm>
        <a:off x="29271" y="4807105"/>
        <a:ext cx="6608291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5A5DB-D21D-47D6-B569-7531F0F6BE6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2D8EF1-6BAC-40D4-95E9-77C702270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92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D8EF1-6BAC-40D4-95E9-77C702270F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34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D8EF1-6BAC-40D4-95E9-77C702270F2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2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E276-AD7F-784F-37E9-BDDBC405F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1AA42-DAF6-9A73-697F-C88795C78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E3216-9852-BDC4-2482-12F8184B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DAC40-A001-0403-AF8F-3EA95C93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3614B-216E-E93E-FA33-D6322624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71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79DA-9C37-181B-77D1-CC99D916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3DEF7-A931-9E70-576B-8DBEA0830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D7998-CEAE-5DF5-3B9B-AA64C6E46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85941-6236-B98D-17F5-4477AD95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C01F1-6AC6-B685-D259-6D72FA1D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94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4A2D7-5A55-6FB1-D001-7BB38855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4B60F-F664-7E70-5266-769B4DBD2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8095-B2AC-B613-4B3F-E475BC2C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4C5F-2470-A6FB-04C2-463468C21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23F30-0766-FFDF-A467-E3443FCF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28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1B0A-D590-69D3-A95D-86AD6B6C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D1F2-4FA2-98D9-7225-B3B3690C2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35FE1-2238-025C-7272-4AF5E9BE2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1A6CA-CE83-5F31-0251-8CC3F8FB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5A825-D0A7-5CCA-E7EE-383DB2AB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8E46C-310F-4A4A-B7A1-F726B6D0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93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29B9-2128-5699-A695-32AED6499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99E71-0CD6-00B3-5639-EDE260C6D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AE2B-C9A5-2FAF-45A6-985A790BA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E7B78-0979-BCE2-76CC-8E710FDE6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22362-8202-C93A-119C-971DADEDD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F3215-4C91-1F58-AA83-C7F42769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D80BE-82AD-5736-9E3B-FD10EF0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98EB3-B773-277D-FCFE-F0B9D65D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52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69CB-702B-AC52-231C-7FC20D0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FBCDB5-1EA2-D8F0-8F87-E3E48944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7F307-A186-5EFB-D6B3-5A365C2F3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CECF0-F5DF-8BEF-4ECD-0AF15BEC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73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A7E13-319C-4395-C2E4-DB198D782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2FAC6-6057-1DF3-736F-FB64C286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32E8B-0ED5-1104-2DA3-67A2C57F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55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E3C1-70B8-BA10-B443-F9E126A8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C0D7-89AE-CE0A-3E63-3C6A96A0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D046-A8B1-9C6F-CE97-14E8A0FE0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10919-2FB9-9734-481F-65D8B4D5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D8CD1-14E0-C858-14E0-A4623862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42970-E72C-4524-16BF-AACAF8FD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57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0434-8B88-43E9-4441-4A444D6A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C58BD-CB60-DF44-1446-FD953220C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6EE8-A6B9-C798-1DF2-19666F457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08A59-7C3A-B477-9742-9FBB1CFA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AB8DB-7C47-EBA1-8D46-8C5199FF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E0D86-8088-C9AE-1AAB-84E218F5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09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880A-8E64-9F8C-D09D-1239FCFA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F1569-F0D6-14E1-0F44-0EF5AFA4E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0F7D-53ED-9025-52F2-2C73A7E7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F552E-E22D-58D9-98E2-41A96D5F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692B-3045-90DA-53E5-949E394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57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43A9F6-0E06-8A73-52C3-0B3C5FFEB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E38DD-A8FC-01AD-F4C1-F5B7297D9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65BD4-E3DD-D2CF-AA7B-B485FAA9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470AB-9FD2-8864-1E06-C9B08D5A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81F11-AB3F-7B0C-F86C-93F0A090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26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A17D4-AFED-EC6B-47A0-8FF62453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A55E6-624B-173A-C15C-6D36DCA9D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08DA-FAEF-4565-6C9D-BBF53D0DD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D0FEF-C3DD-440D-B06F-CDE1C46969C3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05078-8567-D28E-DC8C-B3DDB7007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E3784-1A1D-935E-E6C1-25946E7A8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5224A-6B3D-44B6-B575-F464768A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98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049E06-7EA6-920D-6C1E-06596F6EF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E9D90C-A00E-4C41-20E2-6D8C9B259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0305" y="852602"/>
            <a:ext cx="9144000" cy="1049567"/>
          </a:xfrm>
        </p:spPr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DataGPT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F3619-E0E5-6CBE-BF57-BB05A3F34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512" y="2684971"/>
            <a:ext cx="11755224" cy="265736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Theme: Building Intelligent LLM Agents for Database Interaction &amp; Visualization</a:t>
            </a:r>
          </a:p>
          <a:p>
            <a:pPr algn="l"/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TEAM NAME : </a:t>
            </a:r>
            <a:r>
              <a:rPr lang="en-US" sz="2000" b="1" i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QUANTUM QUERIES</a:t>
            </a:r>
          </a:p>
          <a:p>
            <a:pPr algn="l"/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Presented by: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PEDDINTI UDAYASREE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DASI SAI CHARAN TEJA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EMANI LAKSHMI MEGHANA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CE69D-3BDF-1988-2F49-5688785759B9}"/>
              </a:ext>
            </a:extLst>
          </p:cNvPr>
          <p:cNvSpPr txBox="1"/>
          <p:nvPr/>
        </p:nvSpPr>
        <p:spPr>
          <a:xfrm>
            <a:off x="7088957" y="6348422"/>
            <a:ext cx="533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iTech AI Innovation Hackathon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03C00-A4C5-5E7C-F50E-10DBFE1ABD4F}"/>
              </a:ext>
            </a:extLst>
          </p:cNvPr>
          <p:cNvSpPr txBox="1"/>
          <p:nvPr/>
        </p:nvSpPr>
        <p:spPr>
          <a:xfrm>
            <a:off x="1857079" y="6379200"/>
            <a:ext cx="2969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II YEAR CSE-AIML(INTEL)</a:t>
            </a:r>
          </a:p>
        </p:txBody>
      </p:sp>
    </p:spTree>
    <p:extLst>
      <p:ext uri="{BB962C8B-B14F-4D97-AF65-F5344CB8AC3E}">
        <p14:creationId xmlns:p14="http://schemas.microsoft.com/office/powerpoint/2010/main" val="696762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FE59A-AD10-7776-69F1-90954230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FFCDD-0F74-F2B6-55DB-8960B85D7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891970"/>
            <a:ext cx="11510127" cy="46714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 u="sng" dirty="0"/>
              <a:t>Problem Statement</a:t>
            </a:r>
            <a:endParaRPr lang="en-IN" sz="2000" dirty="0"/>
          </a:p>
          <a:p>
            <a:pPr marL="0" indent="0">
              <a:buNone/>
            </a:pPr>
            <a:r>
              <a:rPr lang="en-IN" sz="1800" dirty="0">
                <a:latin typeface="+mj-lt"/>
              </a:rPr>
              <a:t>Traditional database systems require users to know SQL to retrieve information . Many users cannot write SQL queries or understand database schemas.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2000" b="1" u="sng" dirty="0"/>
              <a:t>Our Solution</a:t>
            </a:r>
          </a:p>
          <a:p>
            <a:pPr marL="0" indent="0">
              <a:buNone/>
            </a:pPr>
            <a:r>
              <a:rPr lang="en-IN" sz="1800" dirty="0">
                <a:latin typeface="+mj-lt"/>
              </a:rPr>
              <a:t>DataGPT enables users to:</a:t>
            </a:r>
          </a:p>
          <a:p>
            <a:r>
              <a:rPr lang="en-IN" sz="1800" dirty="0">
                <a:latin typeface="+mj-lt"/>
              </a:rPr>
              <a:t>Ask questions in natural language </a:t>
            </a:r>
          </a:p>
          <a:p>
            <a:r>
              <a:rPr lang="en-IN" sz="1800" dirty="0">
                <a:latin typeface="+mj-lt"/>
              </a:rPr>
              <a:t>Automatically generate SQL queries</a:t>
            </a:r>
          </a:p>
          <a:p>
            <a:r>
              <a:rPr lang="en-IN" sz="1800" dirty="0">
                <a:latin typeface="+mj-lt"/>
              </a:rPr>
              <a:t> Retrieve database information</a:t>
            </a:r>
          </a:p>
          <a:p>
            <a:r>
              <a:rPr lang="en-IN" sz="1800" dirty="0">
                <a:latin typeface="+mj-lt"/>
              </a:rPr>
              <a:t> Visualize results using charts</a:t>
            </a:r>
          </a:p>
          <a:p>
            <a:r>
              <a:rPr lang="en-IN" sz="1800" dirty="0">
                <a:latin typeface="+mj-lt"/>
              </a:rPr>
              <a:t> Explain data using</a:t>
            </a:r>
          </a:p>
        </p:txBody>
      </p:sp>
    </p:spTree>
    <p:extLst>
      <p:ext uri="{BB962C8B-B14F-4D97-AF65-F5344CB8AC3E}">
        <p14:creationId xmlns:p14="http://schemas.microsoft.com/office/powerpoint/2010/main" val="412078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56AD-CA7F-6BC4-7291-6E6828FB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111B18-E740-BED1-C061-B9978C050C6D}"/>
              </a:ext>
            </a:extLst>
          </p:cNvPr>
          <p:cNvSpPr/>
          <p:nvPr/>
        </p:nvSpPr>
        <p:spPr>
          <a:xfrm>
            <a:off x="1244338" y="2146406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4DB9BC-4DBB-1A6B-9645-A8456BF00A76}"/>
              </a:ext>
            </a:extLst>
          </p:cNvPr>
          <p:cNvSpPr/>
          <p:nvPr/>
        </p:nvSpPr>
        <p:spPr>
          <a:xfrm>
            <a:off x="1244338" y="3218157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266F57-B92D-8FF9-1D7D-E36569084BB8}"/>
              </a:ext>
            </a:extLst>
          </p:cNvPr>
          <p:cNvSpPr/>
          <p:nvPr/>
        </p:nvSpPr>
        <p:spPr>
          <a:xfrm>
            <a:off x="1244338" y="4357933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2CE661-948A-4E55-901F-86A8A9BA0F28}"/>
              </a:ext>
            </a:extLst>
          </p:cNvPr>
          <p:cNvSpPr/>
          <p:nvPr/>
        </p:nvSpPr>
        <p:spPr>
          <a:xfrm>
            <a:off x="4234206" y="6162937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F826A4-5640-8B64-081D-98F22E3A5FAD}"/>
              </a:ext>
            </a:extLst>
          </p:cNvPr>
          <p:cNvSpPr/>
          <p:nvPr/>
        </p:nvSpPr>
        <p:spPr>
          <a:xfrm>
            <a:off x="7404753" y="5123468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666474-B426-E461-1884-AAD0D708E566}"/>
              </a:ext>
            </a:extLst>
          </p:cNvPr>
          <p:cNvSpPr/>
          <p:nvPr/>
        </p:nvSpPr>
        <p:spPr>
          <a:xfrm>
            <a:off x="4183930" y="4027995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4946EF-D9CC-7FE6-22CA-FD9CD812B16B}"/>
              </a:ext>
            </a:extLst>
          </p:cNvPr>
          <p:cNvSpPr/>
          <p:nvPr/>
        </p:nvSpPr>
        <p:spPr>
          <a:xfrm>
            <a:off x="4183930" y="5138983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2BE1B3-EF0F-E8A7-B6A6-F3D3C4C07BA9}"/>
              </a:ext>
            </a:extLst>
          </p:cNvPr>
          <p:cNvSpPr/>
          <p:nvPr/>
        </p:nvSpPr>
        <p:spPr>
          <a:xfrm>
            <a:off x="7404752" y="4027995"/>
            <a:ext cx="2135173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0E951A-9F4F-516F-3AF0-3C03E14A8301}"/>
              </a:ext>
            </a:extLst>
          </p:cNvPr>
          <p:cNvSpPr/>
          <p:nvPr/>
        </p:nvSpPr>
        <p:spPr>
          <a:xfrm>
            <a:off x="7404753" y="6162937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5CD4AF-064C-FF86-37FC-AF7084598A65}"/>
              </a:ext>
            </a:extLst>
          </p:cNvPr>
          <p:cNvSpPr/>
          <p:nvPr/>
        </p:nvSpPr>
        <p:spPr>
          <a:xfrm>
            <a:off x="7404753" y="1708609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5D183A-8C42-402F-39E1-B5D70A0FDDF9}"/>
              </a:ext>
            </a:extLst>
          </p:cNvPr>
          <p:cNvSpPr/>
          <p:nvPr/>
        </p:nvSpPr>
        <p:spPr>
          <a:xfrm>
            <a:off x="7404753" y="2888219"/>
            <a:ext cx="2064470" cy="6598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C29CD8-BD77-7E50-4190-930D5934A1D9}"/>
              </a:ext>
            </a:extLst>
          </p:cNvPr>
          <p:cNvSpPr txBox="1"/>
          <p:nvPr/>
        </p:nvSpPr>
        <p:spPr>
          <a:xfrm>
            <a:off x="1280477" y="2221723"/>
            <a:ext cx="1706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53C003-6AA1-2C4A-6E64-6126BB4C38E9}"/>
              </a:ext>
            </a:extLst>
          </p:cNvPr>
          <p:cNvSpPr txBox="1"/>
          <p:nvPr/>
        </p:nvSpPr>
        <p:spPr>
          <a:xfrm>
            <a:off x="1274976" y="3314937"/>
            <a:ext cx="1706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Chat Interface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3FBC95-20E4-E3F5-3BD1-A1AC512E3058}"/>
              </a:ext>
            </a:extLst>
          </p:cNvPr>
          <p:cNvSpPr txBox="1"/>
          <p:nvPr/>
        </p:nvSpPr>
        <p:spPr>
          <a:xfrm>
            <a:off x="1244339" y="4487816"/>
            <a:ext cx="2064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FastAPI Backend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0D07A1-3AED-1D76-D4E3-B1ECAE2E824E}"/>
              </a:ext>
            </a:extLst>
          </p:cNvPr>
          <p:cNvSpPr txBox="1"/>
          <p:nvPr/>
        </p:nvSpPr>
        <p:spPr>
          <a:xfrm>
            <a:off x="4234206" y="4100660"/>
            <a:ext cx="2014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87D7D-7C08-792B-3933-B0FA2B6384D3}"/>
              </a:ext>
            </a:extLst>
          </p:cNvPr>
          <p:cNvSpPr txBox="1"/>
          <p:nvPr/>
        </p:nvSpPr>
        <p:spPr>
          <a:xfrm>
            <a:off x="4234206" y="5241303"/>
            <a:ext cx="2014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Gemini AI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F11EEA-5A27-3AC5-41D9-4CA9D2C7EEBA}"/>
              </a:ext>
            </a:extLst>
          </p:cNvPr>
          <p:cNvSpPr txBox="1"/>
          <p:nvPr/>
        </p:nvSpPr>
        <p:spPr>
          <a:xfrm>
            <a:off x="4402318" y="6306532"/>
            <a:ext cx="1693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Agent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0407DA-F2B6-93FF-8F91-75C1DA65EDC5}"/>
              </a:ext>
            </a:extLst>
          </p:cNvPr>
          <p:cNvSpPr txBox="1"/>
          <p:nvPr/>
        </p:nvSpPr>
        <p:spPr>
          <a:xfrm>
            <a:off x="7404753" y="6292820"/>
            <a:ext cx="2064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SQLite Database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AFD3A-0852-1156-BC3B-BFBDCC00C579}"/>
              </a:ext>
            </a:extLst>
          </p:cNvPr>
          <p:cNvSpPr txBox="1"/>
          <p:nvPr/>
        </p:nvSpPr>
        <p:spPr>
          <a:xfrm>
            <a:off x="7281812" y="5253327"/>
            <a:ext cx="1781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 Tool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FDC081-71AE-22E4-CC7C-1A7F8D484CAE}"/>
              </a:ext>
            </a:extLst>
          </p:cNvPr>
          <p:cNvSpPr txBox="1"/>
          <p:nvPr/>
        </p:nvSpPr>
        <p:spPr>
          <a:xfrm>
            <a:off x="7404753" y="4087706"/>
            <a:ext cx="2309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Bar/Line/Pie Chart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823EDA-8B13-3100-7162-BEB133C22D67}"/>
              </a:ext>
            </a:extLst>
          </p:cNvPr>
          <p:cNvSpPr txBox="1"/>
          <p:nvPr/>
        </p:nvSpPr>
        <p:spPr>
          <a:xfrm>
            <a:off x="7532016" y="2988297"/>
            <a:ext cx="1781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 Tool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2359D-C79A-D4C4-DCE0-48380DDE4530}"/>
              </a:ext>
            </a:extLst>
          </p:cNvPr>
          <p:cNvSpPr txBox="1"/>
          <p:nvPr/>
        </p:nvSpPr>
        <p:spPr>
          <a:xfrm>
            <a:off x="7532016" y="1828800"/>
            <a:ext cx="1781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 Diagram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7B6CA394-11AA-C8D4-5E54-F0A0944C8211}"/>
              </a:ext>
            </a:extLst>
          </p:cNvPr>
          <p:cNvSpPr/>
          <p:nvPr/>
        </p:nvSpPr>
        <p:spPr>
          <a:xfrm>
            <a:off x="2163452" y="2844460"/>
            <a:ext cx="221530" cy="311811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665B8853-F49F-B4E5-0DD3-7CA9EB0B9AFF}"/>
              </a:ext>
            </a:extLst>
          </p:cNvPr>
          <p:cNvSpPr/>
          <p:nvPr/>
        </p:nvSpPr>
        <p:spPr>
          <a:xfrm>
            <a:off x="2163452" y="3958775"/>
            <a:ext cx="221530" cy="311811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1F54692-715C-C45C-EA3D-623AF89C4A77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3308808" y="4687871"/>
            <a:ext cx="925398" cy="18050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CEE136E-144C-CCE1-D8C5-F4A60F2B757D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>
            <a:off x="3308808" y="4687871"/>
            <a:ext cx="925398" cy="75348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943EA3A5-47B2-FBA7-C806-411B9A697093}"/>
              </a:ext>
            </a:extLst>
          </p:cNvPr>
          <p:cNvCxnSpPr>
            <a:stCxn id="27" idx="3"/>
            <a:endCxn id="29" idx="1"/>
          </p:cNvCxnSpPr>
          <p:nvPr/>
        </p:nvCxnSpPr>
        <p:spPr>
          <a:xfrm flipV="1">
            <a:off x="3308808" y="4300715"/>
            <a:ext cx="925398" cy="3871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Down 51">
            <a:extLst>
              <a:ext uri="{FF2B5EF4-FFF2-40B4-BE49-F238E27FC236}">
                <a16:creationId xmlns:a16="http://schemas.microsoft.com/office/drawing/2014/main" id="{9F86483B-E923-D373-1DFD-52B29F607E24}"/>
              </a:ext>
            </a:extLst>
          </p:cNvPr>
          <p:cNvSpPr/>
          <p:nvPr/>
        </p:nvSpPr>
        <p:spPr>
          <a:xfrm rot="16200000">
            <a:off x="6712225" y="6178465"/>
            <a:ext cx="350884" cy="62882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Arrow: Up 52">
            <a:extLst>
              <a:ext uri="{FF2B5EF4-FFF2-40B4-BE49-F238E27FC236}">
                <a16:creationId xmlns:a16="http://schemas.microsoft.com/office/drawing/2014/main" id="{9E073826-5DFB-6005-D7BB-B6580D748D9D}"/>
              </a:ext>
            </a:extLst>
          </p:cNvPr>
          <p:cNvSpPr/>
          <p:nvPr/>
        </p:nvSpPr>
        <p:spPr>
          <a:xfrm>
            <a:off x="8312083" y="5783344"/>
            <a:ext cx="219176" cy="32920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Arrow: Up 54">
            <a:extLst>
              <a:ext uri="{FF2B5EF4-FFF2-40B4-BE49-F238E27FC236}">
                <a16:creationId xmlns:a16="http://schemas.microsoft.com/office/drawing/2014/main" id="{90C44E9C-7031-E076-36E6-5CFC8EE3505B}"/>
              </a:ext>
            </a:extLst>
          </p:cNvPr>
          <p:cNvSpPr/>
          <p:nvPr/>
        </p:nvSpPr>
        <p:spPr>
          <a:xfrm>
            <a:off x="8327399" y="4688583"/>
            <a:ext cx="219176" cy="32920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Up 56">
            <a:extLst>
              <a:ext uri="{FF2B5EF4-FFF2-40B4-BE49-F238E27FC236}">
                <a16:creationId xmlns:a16="http://schemas.microsoft.com/office/drawing/2014/main" id="{FA52953E-54D1-0117-7C43-7AA3015D907A}"/>
              </a:ext>
            </a:extLst>
          </p:cNvPr>
          <p:cNvSpPr/>
          <p:nvPr/>
        </p:nvSpPr>
        <p:spPr>
          <a:xfrm>
            <a:off x="8306191" y="3628621"/>
            <a:ext cx="219176" cy="32920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row: Up 58">
            <a:extLst>
              <a:ext uri="{FF2B5EF4-FFF2-40B4-BE49-F238E27FC236}">
                <a16:creationId xmlns:a16="http://schemas.microsoft.com/office/drawing/2014/main" id="{8FC7517E-DF38-EB8B-3AC1-C6DEAB70EDDC}"/>
              </a:ext>
            </a:extLst>
          </p:cNvPr>
          <p:cNvSpPr/>
          <p:nvPr/>
        </p:nvSpPr>
        <p:spPr>
          <a:xfrm>
            <a:off x="8306191" y="2457156"/>
            <a:ext cx="219176" cy="32920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1" name="Graphic 60" descr="Head with gears">
            <a:extLst>
              <a:ext uri="{FF2B5EF4-FFF2-40B4-BE49-F238E27FC236}">
                <a16:creationId xmlns:a16="http://schemas.microsoft.com/office/drawing/2014/main" id="{1F49240E-7EB8-078D-B217-9E02FD291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1248" y="2186757"/>
            <a:ext cx="457200" cy="457200"/>
          </a:xfrm>
          <a:prstGeom prst="rect">
            <a:avLst/>
          </a:prstGeom>
        </p:spPr>
      </p:pic>
      <p:pic>
        <p:nvPicPr>
          <p:cNvPr id="63" name="Graphic 62" descr="Smart Phone">
            <a:extLst>
              <a:ext uri="{FF2B5EF4-FFF2-40B4-BE49-F238E27FC236}">
                <a16:creationId xmlns:a16="http://schemas.microsoft.com/office/drawing/2014/main" id="{31B96ED2-4CCF-9854-BB05-CBDB0040D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8159" y="3320574"/>
            <a:ext cx="434844" cy="434844"/>
          </a:xfrm>
          <a:prstGeom prst="rect">
            <a:avLst/>
          </a:prstGeom>
        </p:spPr>
      </p:pic>
      <p:pic>
        <p:nvPicPr>
          <p:cNvPr id="69" name="Graphic 68" descr="Bar chart">
            <a:extLst>
              <a:ext uri="{FF2B5EF4-FFF2-40B4-BE49-F238E27FC236}">
                <a16:creationId xmlns:a16="http://schemas.microsoft.com/office/drawing/2014/main" id="{5DFD3126-66EF-493A-5922-738E8B897E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5599" y="5195347"/>
            <a:ext cx="535757" cy="53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8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7E9C1-3EF1-1E6C-27EB-746A326F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44" y="1664902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  <a:latin typeface="Calibri Light (Headings)"/>
              </a:rPr>
              <a:t>TECHNOLOGY</a:t>
            </a:r>
            <a:r>
              <a:rPr lang="en-IN" sz="4000">
                <a:solidFill>
                  <a:srgbClr val="FFFFFF"/>
                </a:solidFill>
                <a:latin typeface="Arial Rounded MT Bold" panose="020F0704030504030204" pitchFamily="34" charset="0"/>
              </a:rPr>
              <a:t> </a:t>
            </a:r>
            <a:r>
              <a:rPr lang="en-IN" sz="4000">
                <a:solidFill>
                  <a:srgbClr val="FFFFFF"/>
                </a:solidFill>
                <a:latin typeface="Calibri Light (Headings)"/>
              </a:rPr>
              <a:t>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883D86-1CE9-1137-3619-A13C4892F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34739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92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Graph">
            <a:extLst>
              <a:ext uri="{FF2B5EF4-FFF2-40B4-BE49-F238E27FC236}">
                <a16:creationId xmlns:a16="http://schemas.microsoft.com/office/drawing/2014/main" id="{C7F4610A-8E1A-E3E0-541D-7C8D669B76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3982" b="6019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91D893-34F3-80B4-1EC1-6F3447DC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9DD21-89AB-5B70-658D-3BE8B451B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IN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Natural Language to SQL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SQL Query Display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AI Explanation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Data Insights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Query History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Database Schema Viewer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Bar Chart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Line Chart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Pie Chart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✅ ER Diagram</a:t>
            </a:r>
          </a:p>
        </p:txBody>
      </p:sp>
    </p:spTree>
    <p:extLst>
      <p:ext uri="{BB962C8B-B14F-4D97-AF65-F5344CB8AC3E}">
        <p14:creationId xmlns:p14="http://schemas.microsoft.com/office/powerpoint/2010/main" val="321701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C768-E7C5-1E14-067C-BDB4C1FA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WORKFLOW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8EA8FB9E-E724-D43F-3495-C2F05754EE9E}"/>
              </a:ext>
            </a:extLst>
          </p:cNvPr>
          <p:cNvSpPr/>
          <p:nvPr/>
        </p:nvSpPr>
        <p:spPr>
          <a:xfrm>
            <a:off x="1318575" y="2270362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098B9701-BF5E-69BD-9C12-F413A23445AB}"/>
              </a:ext>
            </a:extLst>
          </p:cNvPr>
          <p:cNvSpPr/>
          <p:nvPr/>
        </p:nvSpPr>
        <p:spPr>
          <a:xfrm>
            <a:off x="1318575" y="4303336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9F5AE99C-F26F-FA14-0E03-281CACA2E2D7}"/>
              </a:ext>
            </a:extLst>
          </p:cNvPr>
          <p:cNvSpPr/>
          <p:nvPr/>
        </p:nvSpPr>
        <p:spPr>
          <a:xfrm>
            <a:off x="6381950" y="4303336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69144833-4B85-75DE-E1A3-3EE172890AF4}"/>
              </a:ext>
            </a:extLst>
          </p:cNvPr>
          <p:cNvSpPr/>
          <p:nvPr/>
        </p:nvSpPr>
        <p:spPr>
          <a:xfrm>
            <a:off x="6338739" y="2224014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243AB511-1D08-8BB6-773D-ACA5EB504F4D}"/>
              </a:ext>
            </a:extLst>
          </p:cNvPr>
          <p:cNvSpPr/>
          <p:nvPr/>
        </p:nvSpPr>
        <p:spPr>
          <a:xfrm>
            <a:off x="3770722" y="2288429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A8EA5951-8243-3AB2-9A8B-1B1CE36E5B1C}"/>
              </a:ext>
            </a:extLst>
          </p:cNvPr>
          <p:cNvSpPr/>
          <p:nvPr/>
        </p:nvSpPr>
        <p:spPr>
          <a:xfrm>
            <a:off x="8803453" y="2170596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639D11D8-10BA-7107-984C-16632B148C5D}"/>
              </a:ext>
            </a:extLst>
          </p:cNvPr>
          <p:cNvSpPr/>
          <p:nvPr/>
        </p:nvSpPr>
        <p:spPr>
          <a:xfrm>
            <a:off x="8803453" y="4303336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090314C9-9EA3-2E78-6CBD-6D24395DFA95}"/>
              </a:ext>
            </a:extLst>
          </p:cNvPr>
          <p:cNvSpPr/>
          <p:nvPr/>
        </p:nvSpPr>
        <p:spPr>
          <a:xfrm>
            <a:off x="3770722" y="4303336"/>
            <a:ext cx="1253765" cy="942680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53B710-A5B7-D5E8-2018-FA237148C508}"/>
              </a:ext>
            </a:extLst>
          </p:cNvPr>
          <p:cNvSpPr txBox="1"/>
          <p:nvPr/>
        </p:nvSpPr>
        <p:spPr>
          <a:xfrm>
            <a:off x="1242572" y="2372187"/>
            <a:ext cx="1405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Question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2F6DB2-8AD4-A7B3-DE73-B5D6DA9FC550}"/>
              </a:ext>
            </a:extLst>
          </p:cNvPr>
          <p:cNvSpPr txBox="1"/>
          <p:nvPr/>
        </p:nvSpPr>
        <p:spPr>
          <a:xfrm>
            <a:off x="3770722" y="2510687"/>
            <a:ext cx="12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Gemini AI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FCA16-47D3-8238-7DF8-342BC1104056}"/>
              </a:ext>
            </a:extLst>
          </p:cNvPr>
          <p:cNvSpPr txBox="1"/>
          <p:nvPr/>
        </p:nvSpPr>
        <p:spPr>
          <a:xfrm>
            <a:off x="6340111" y="2329293"/>
            <a:ext cx="1253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 SQL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210CC1-2016-4B06-488B-2B27BB9F2357}"/>
              </a:ext>
            </a:extLst>
          </p:cNvPr>
          <p:cNvSpPr txBox="1"/>
          <p:nvPr/>
        </p:nvSpPr>
        <p:spPr>
          <a:xfrm>
            <a:off x="8720081" y="2288429"/>
            <a:ext cx="142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 Query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8E4325-3230-4142-AE1E-E11CD2A6366F}"/>
              </a:ext>
            </a:extLst>
          </p:cNvPr>
          <p:cNvSpPr txBox="1"/>
          <p:nvPr/>
        </p:nvSpPr>
        <p:spPr>
          <a:xfrm>
            <a:off x="8955464" y="4411744"/>
            <a:ext cx="1027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Retrieve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CE7BA0-40FB-218E-A379-F05E727E9F8B}"/>
              </a:ext>
            </a:extLst>
          </p:cNvPr>
          <p:cNvSpPr txBox="1"/>
          <p:nvPr/>
        </p:nvSpPr>
        <p:spPr>
          <a:xfrm>
            <a:off x="6470711" y="4411743"/>
            <a:ext cx="1121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 Charts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3BEE79-A424-6834-F79E-6020D3435FF3}"/>
              </a:ext>
            </a:extLst>
          </p:cNvPr>
          <p:cNvSpPr txBox="1"/>
          <p:nvPr/>
        </p:nvSpPr>
        <p:spPr>
          <a:xfrm>
            <a:off x="3808430" y="4411742"/>
            <a:ext cx="119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 Insights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D7BF09-3AAD-1B80-6378-DA5F44C81B52}"/>
              </a:ext>
            </a:extLst>
          </p:cNvPr>
          <p:cNvSpPr txBox="1"/>
          <p:nvPr/>
        </p:nvSpPr>
        <p:spPr>
          <a:xfrm>
            <a:off x="1305816" y="4411741"/>
            <a:ext cx="1342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Response</a:t>
            </a:r>
          </a:p>
        </p:txBody>
      </p:sp>
      <p:pic>
        <p:nvPicPr>
          <p:cNvPr id="36" name="Graphic 35" descr="Arrow Slight curve">
            <a:extLst>
              <a:ext uri="{FF2B5EF4-FFF2-40B4-BE49-F238E27FC236}">
                <a16:creationId xmlns:a16="http://schemas.microsoft.com/office/drawing/2014/main" id="{CDE6A515-0AD9-21E3-0774-A6CFB8DFC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5982" y="2372187"/>
            <a:ext cx="671362" cy="671362"/>
          </a:xfrm>
          <a:prstGeom prst="rect">
            <a:avLst/>
          </a:prstGeom>
        </p:spPr>
      </p:pic>
      <p:pic>
        <p:nvPicPr>
          <p:cNvPr id="38" name="Graphic 37" descr="Arrow Slight curve">
            <a:extLst>
              <a:ext uri="{FF2B5EF4-FFF2-40B4-BE49-F238E27FC236}">
                <a16:creationId xmlns:a16="http://schemas.microsoft.com/office/drawing/2014/main" id="{FF21447C-D639-F7F7-6170-22C586DA64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7584" y="2406021"/>
            <a:ext cx="671362" cy="671362"/>
          </a:xfrm>
          <a:prstGeom prst="rect">
            <a:avLst/>
          </a:prstGeom>
        </p:spPr>
      </p:pic>
      <p:pic>
        <p:nvPicPr>
          <p:cNvPr id="40" name="Graphic 39" descr="Arrow Slight curve">
            <a:extLst>
              <a:ext uri="{FF2B5EF4-FFF2-40B4-BE49-F238E27FC236}">
                <a16:creationId xmlns:a16="http://schemas.microsoft.com/office/drawing/2014/main" id="{237E71C0-CF90-B034-BF66-0D7DF9009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9925" y="2359671"/>
            <a:ext cx="671362" cy="671362"/>
          </a:xfrm>
          <a:prstGeom prst="rect">
            <a:avLst/>
          </a:prstGeom>
        </p:spPr>
      </p:pic>
      <p:pic>
        <p:nvPicPr>
          <p:cNvPr id="42" name="Graphic 41" descr="Arrow Slight curve">
            <a:extLst>
              <a:ext uri="{FF2B5EF4-FFF2-40B4-BE49-F238E27FC236}">
                <a16:creationId xmlns:a16="http://schemas.microsoft.com/office/drawing/2014/main" id="{F10F733F-9B3B-28F2-C685-E5602429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9094653" y="3409044"/>
            <a:ext cx="671362" cy="671362"/>
          </a:xfrm>
          <a:prstGeom prst="rect">
            <a:avLst/>
          </a:prstGeom>
        </p:spPr>
      </p:pic>
      <p:pic>
        <p:nvPicPr>
          <p:cNvPr id="44" name="Graphic 43" descr="Arrow Slight curve">
            <a:extLst>
              <a:ext uri="{FF2B5EF4-FFF2-40B4-BE49-F238E27FC236}">
                <a16:creationId xmlns:a16="http://schemas.microsoft.com/office/drawing/2014/main" id="{966DA999-F474-8FF8-E84D-708012369B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872416" y="4303336"/>
            <a:ext cx="671362" cy="671362"/>
          </a:xfrm>
          <a:prstGeom prst="rect">
            <a:avLst/>
          </a:prstGeom>
        </p:spPr>
      </p:pic>
      <p:pic>
        <p:nvPicPr>
          <p:cNvPr id="46" name="Graphic 45" descr="Arrow Slight curve">
            <a:extLst>
              <a:ext uri="{FF2B5EF4-FFF2-40B4-BE49-F238E27FC236}">
                <a16:creationId xmlns:a16="http://schemas.microsoft.com/office/drawing/2014/main" id="{DE6FC3A9-541F-F7DE-0C40-2F9FB9E08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5380151" y="4386710"/>
            <a:ext cx="671362" cy="671362"/>
          </a:xfrm>
          <a:prstGeom prst="rect">
            <a:avLst/>
          </a:prstGeom>
        </p:spPr>
      </p:pic>
      <p:pic>
        <p:nvPicPr>
          <p:cNvPr id="48" name="Graphic 47" descr="Arrow Slight curve">
            <a:extLst>
              <a:ext uri="{FF2B5EF4-FFF2-40B4-BE49-F238E27FC236}">
                <a16:creationId xmlns:a16="http://schemas.microsoft.com/office/drawing/2014/main" id="{2397E971-9E7D-7A54-AAE5-0F5A8CA9C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2768923" y="4386710"/>
            <a:ext cx="671362" cy="6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D3517-6209-B257-3D12-6D7AA0D5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 – CHART INTERFACE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47A429-3C3F-EE6C-CABE-2D057A455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766564"/>
            <a:ext cx="6780700" cy="332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0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9871EB-286E-259C-C046-7049CCAFE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0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F9820-BAF4-0033-35AD-4D7164D71149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49A3650-3E3F-E8D4-CEC3-E7F1B3546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8337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1408</TotalTime>
  <Words>217</Words>
  <Application>Microsoft Office PowerPoint</Application>
  <PresentationFormat>Widescreen</PresentationFormat>
  <Paragraphs>66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Calibri Light (Headings)</vt:lpstr>
      <vt:lpstr>Office Theme</vt:lpstr>
      <vt:lpstr>DataGPT</vt:lpstr>
      <vt:lpstr>PROBLEM STATEMENT</vt:lpstr>
      <vt:lpstr>SYSTEM ARCHITECTURE</vt:lpstr>
      <vt:lpstr>TECHNOLOGY STACK</vt:lpstr>
      <vt:lpstr>KEY FEATURES</vt:lpstr>
      <vt:lpstr>WORKFLOW</vt:lpstr>
      <vt:lpstr>DEMO – CHART INTERFACE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Udayasree Peddinti</dc:creator>
  <cp:lastModifiedBy>Udayasree Peddinti</cp:lastModifiedBy>
  <cp:revision>5</cp:revision>
  <dcterms:created xsi:type="dcterms:W3CDTF">2026-06-25T11:32:36Z</dcterms:created>
  <dcterms:modified xsi:type="dcterms:W3CDTF">2026-06-26T11:00:48Z</dcterms:modified>
</cp:coreProperties>
</file>